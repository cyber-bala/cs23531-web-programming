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374" r:id="rId4"/>
    <p:sldId id="372" r:id="rId5"/>
    <p:sldId id="373" r:id="rId6"/>
    <p:sldId id="371" r:id="rId7"/>
    <p:sldId id="375" r:id="rId8"/>
    <p:sldId id="376" r:id="rId9"/>
    <p:sldId id="3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XKill - Internship &amp; Skill Program Portal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COURSE: Web Programming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SEMESTER:5</a:t>
            </a: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altLang="en-US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S.Balamurugan</a:t>
            </a:r>
            <a:endParaRPr lang="en-IN" alt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NO:241901014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 wrap="square"/>
          <a:lstStyle/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Project: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XKill is a full-stack web portal where students browse skill programs, register and pay online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Domains: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Web Development, App Development, AI/ML, Data Science and Cyber Security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Users: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Students register and enroll; admin verifies payments and registrations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Scope: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Responsive React frontend with a Django REST API backend and database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285750" indent="-285750" algn="just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Problem: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Program registration and payment proof were handled through scattered forms and manual checks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Problem: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No single place to browse programs, enroll, track status and contact the team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Objective: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Build a responsive web application for program discovery, sign-up and enrollment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Objective: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Secure user authentication with JWT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Objective: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Payment screenshot upload and admin verification of each registration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Objective: </a:t>
            </a:r>
            <a:r>
              <a:rPr sz="2000" b="0">
                <a:solidFill>
                  <a:srgbClr val="000000"/>
                </a:solidFill>
                <a:latin typeface="Times New Roman"/>
              </a:rPr>
              <a:t>Contact form with email notification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C0000"/>
              </a:buClr>
              <a:buSzTx/>
              <a:tabLst/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Frontend: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React 19, Vite, React Router, Framer Motion, Lucide icons, Axios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Backend: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Django 6, Django REST Framework, SimpleJWT authentication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Database: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SQLite (development), PostgreSQL via dj-database-url (production)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Storage / Deploy: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Cloudinary for screenshots; Gunicorn, WhiteNoise, CORS headers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Modules: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Signup/Login, program catalogue, enrollment with payment upload, admin verify, contact form, PDF and QR generation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CONCLUSION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C0000"/>
              </a:buClr>
              <a:buSzTx/>
              <a:tabLst/>
              <a:defRPr/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Result: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Working responsive website: Home, Programs, Course Detail, Placement Program, Registration and Verify pages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Result: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REST API: signup, login, token refresh, profile, enroll, contact and verify endpoints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Result: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Admin panel to review payments and verify registrations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Conclusion: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The project applies client-side routing, REST APIs, authentication and database design from the Web Programming course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Future scope: 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Online payment gateway, automatic certificate generation, student dashboard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HOME PAGE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900000"/>
            <a:ext cx="5500000" cy="3092240"/>
          </a:xfrm>
          <a:prstGeom prst="rect">
            <a:avLst/>
          </a:prstGeom>
          <a:ln w="9525">
            <a:solidFill>
              <a:srgbClr val="99999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0000" y="511224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Screenshot: Home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5462240"/>
            <a:ext cx="5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Times New Roman"/>
              </a:rPr>
              <a:t>Landing page with hero section and call-to-action buttons</a:t>
            </a:r>
          </a:p>
        </p:txBody>
      </p:sp>
      <p:pic>
        <p:nvPicPr>
          <p:cNvPr id="13" name="Picture 12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174" y="1900000"/>
            <a:ext cx="5203652" cy="385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48174" y="5830000"/>
            <a:ext cx="5203652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Code: src/components/Hero.jsx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PROGRAMS PAGE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900000"/>
            <a:ext cx="5500000" cy="3092240"/>
          </a:xfrm>
          <a:prstGeom prst="rect">
            <a:avLst/>
          </a:prstGeom>
          <a:ln w="9525">
            <a:solidFill>
              <a:srgbClr val="99999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0000" y="511224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Screenshot: Programs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5462240"/>
            <a:ext cx="5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Times New Roman"/>
              </a:rPr>
              <a:t>Program cards rendered from data with Explore and Enroll actions</a:t>
            </a:r>
          </a:p>
        </p:txBody>
      </p:sp>
      <p:pic>
        <p:nvPicPr>
          <p:cNvPr id="13" name="Picture 12" descr="pr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900000"/>
            <a:ext cx="5600000" cy="34492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50000" y="5429275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Code: src/pages/Programs.jsx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COURSE DETAIL PAGE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900000"/>
            <a:ext cx="5500000" cy="3092240"/>
          </a:xfrm>
          <a:prstGeom prst="rect">
            <a:avLst/>
          </a:prstGeom>
          <a:ln w="9525">
            <a:solidFill>
              <a:srgbClr val="99999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0000" y="511224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Screenshot: Course Detail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5462240"/>
            <a:ext cx="5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Times New Roman"/>
              </a:rPr>
              <a:t>Course hero section with animated back link and details</a:t>
            </a:r>
          </a:p>
        </p:txBody>
      </p:sp>
      <p:pic>
        <p:nvPicPr>
          <p:cNvPr id="13" name="Picture 12" descr="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00" y="1900000"/>
            <a:ext cx="5600000" cy="33157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50000" y="5295789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Code: src/pages/CourseDetail.jsx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REGISTRATION PAGE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900000"/>
            <a:ext cx="5500000" cy="3092240"/>
          </a:xfrm>
          <a:prstGeom prst="rect">
            <a:avLst/>
          </a:prstGeom>
          <a:ln w="9525">
            <a:solidFill>
              <a:srgbClr val="99999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0000" y="5112240"/>
            <a:ext cx="5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Times New Roman"/>
              </a:rPr>
              <a:t>Screenshot: Registration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5462240"/>
            <a:ext cx="5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Times New Roman"/>
              </a:rPr>
              <a:t>Form submit builds FormData and posts to /api/auth/enroll/</a:t>
            </a:r>
          </a:p>
        </p:txBody>
      </p:sp>
      <p:pic>
        <p:nvPicPr>
          <p:cNvPr id="13" name="Picture 12" descr="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19" y="1900000"/>
            <a:ext cx="5568361" cy="385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5819" y="5830000"/>
            <a:ext cx="5568361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Times New Roman"/>
              </a:rPr>
              <a:t>Code: src/pages/Registration.jsx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</TotalTime>
  <Words>452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INTRODUCTION</vt:lpstr>
      <vt:lpstr>PROBLEM STATEMENT / OBJECTIVE</vt:lpstr>
      <vt:lpstr>TOOLS, TECHNOLOGIES AND IMPLEMENTATION</vt:lpstr>
      <vt:lpstr>RESULT AND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Bala murugan</cp:lastModifiedBy>
  <cp:revision>44</cp:revision>
  <dcterms:created xsi:type="dcterms:W3CDTF">2023-08-03T04:32:32Z</dcterms:created>
  <dcterms:modified xsi:type="dcterms:W3CDTF">2026-10-22T19:53:25Z</dcterms:modified>
</cp:coreProperties>
</file>